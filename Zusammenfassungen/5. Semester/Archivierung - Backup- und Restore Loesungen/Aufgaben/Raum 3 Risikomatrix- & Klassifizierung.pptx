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7" r:id="rId5"/>
    <p:sldId id="260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F4689D-51DD-D8AE-8655-5C01EA26F71A}" v="21" dt="2026-04-14T19:06:03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Gnehm" userId="S::samuel.gnehm@student.ipso.ch::73e9bfde-7015-4c5c-82c1-a8c735bd2cca" providerId="AD" clId="Web-{E5F4689D-51DD-D8AE-8655-5C01EA26F71A}"/>
    <pc:docChg chg="delSld modSld">
      <pc:chgData name="Samuel Gnehm" userId="S::samuel.gnehm@student.ipso.ch::73e9bfde-7015-4c5c-82c1-a8c735bd2cca" providerId="AD" clId="Web-{E5F4689D-51DD-D8AE-8655-5C01EA26F71A}" dt="2026-04-14T19:06:03.994" v="17" actId="20577"/>
      <pc:docMkLst>
        <pc:docMk/>
      </pc:docMkLst>
      <pc:sldChg chg="del">
        <pc:chgData name="Samuel Gnehm" userId="S::samuel.gnehm@student.ipso.ch::73e9bfde-7015-4c5c-82c1-a8c735bd2cca" providerId="AD" clId="Web-{E5F4689D-51DD-D8AE-8655-5C01EA26F71A}" dt="2026-04-14T19:05:54.619" v="0"/>
        <pc:sldMkLst>
          <pc:docMk/>
          <pc:sldMk cId="1577499883" sldId="256"/>
        </pc:sldMkLst>
      </pc:sldChg>
      <pc:sldChg chg="modSp">
        <pc:chgData name="Samuel Gnehm" userId="S::samuel.gnehm@student.ipso.ch::73e9bfde-7015-4c5c-82c1-a8c735bd2cca" providerId="AD" clId="Web-{E5F4689D-51DD-D8AE-8655-5C01EA26F71A}" dt="2026-04-14T19:06:03.994" v="17" actId="20577"/>
        <pc:sldMkLst>
          <pc:docMk/>
          <pc:sldMk cId="4008565312" sldId="257"/>
        </pc:sldMkLst>
        <pc:spChg chg="mod">
          <ac:chgData name="Samuel Gnehm" userId="S::samuel.gnehm@student.ipso.ch::73e9bfde-7015-4c5c-82c1-a8c735bd2cca" providerId="AD" clId="Web-{E5F4689D-51DD-D8AE-8655-5C01EA26F71A}" dt="2026-04-14T19:06:03.994" v="17" actId="20577"/>
          <ac:spMkLst>
            <pc:docMk/>
            <pc:sldMk cId="4008565312" sldId="257"/>
            <ac:spMk id="6" creationId="{00000000-0000-0000-0000-000000000000}"/>
          </ac:spMkLst>
        </pc:spChg>
      </pc:sldChg>
    </pc:docChg>
  </pc:docChgLst>
  <pc:docChgLst>
    <pc:chgData clId="Web-{E5F4689D-51DD-D8AE-8655-5C01EA26F71A}"/>
    <pc:docChg chg="addSld">
      <pc:chgData name="" userId="" providerId="" clId="Web-{E5F4689D-51DD-D8AE-8655-5C01EA26F71A}" dt="2026-04-14T19:05:52.853" v="2"/>
      <pc:docMkLst>
        <pc:docMk/>
      </pc:docMkLst>
      <pc:sldChg chg="add">
        <pc:chgData name="" userId="" providerId="" clId="Web-{E5F4689D-51DD-D8AE-8655-5C01EA26F71A}" dt="2026-04-14T19:05:52.587" v="0"/>
        <pc:sldMkLst>
          <pc:docMk/>
          <pc:sldMk cId="4008565312" sldId="257"/>
        </pc:sldMkLst>
      </pc:sldChg>
      <pc:sldChg chg="add">
        <pc:chgData name="" userId="" providerId="" clId="Web-{E5F4689D-51DD-D8AE-8655-5C01EA26F71A}" dt="2026-04-14T19:05:52.853" v="2"/>
        <pc:sldMkLst>
          <pc:docMk/>
          <pc:sldMk cId="0" sldId="259"/>
        </pc:sldMkLst>
      </pc:sldChg>
      <pc:sldChg chg="add">
        <pc:chgData name="" userId="" providerId="" clId="Web-{E5F4689D-51DD-D8AE-8655-5C01EA26F71A}" dt="2026-04-14T19:05:52.681" v="1"/>
        <pc:sldMkLst>
          <pc:docMk/>
          <pc:sldMk cId="0" sldId="260"/>
        </pc:sldMkLst>
      </pc:sldChg>
      <pc:sldMasterChg chg="addSldLayout">
        <pc:chgData name="" userId="" providerId="" clId="Web-{E5F4689D-51DD-D8AE-8655-5C01EA26F71A}" dt="2026-04-14T19:05:52.587" v="0"/>
        <pc:sldMasterMkLst>
          <pc:docMk/>
          <pc:sldMasterMk cId="594725491" sldId="2147483648"/>
        </pc:sldMasterMkLst>
        <pc:sldLayoutChg chg="add">
          <pc:chgData name="" userId="" providerId="" clId="Web-{E5F4689D-51DD-D8AE-8655-5C01EA26F71A}" dt="2026-04-14T19:05:52.587" v="0"/>
          <pc:sldLayoutMkLst>
            <pc:docMk/>
            <pc:sldMasterMk cId="594725491" sldId="2147483648"/>
            <pc:sldLayoutMk cId="500607458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95B2F-387F-4A29-99AB-5D782FDDC435}" type="datetimeFigureOut">
              <a:t>14.04.2026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874B1-BF26-49DD-AD01-EEA1F450236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84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60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8090"/>
          </a:solidFill>
          <a:ln w="12700">
            <a:solidFill>
              <a:srgbClr val="00809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" name="Shape 1"/>
          <p:cNvSpPr/>
          <p:nvPr/>
        </p:nvSpPr>
        <p:spPr>
          <a:xfrm>
            <a:off x="219456" y="1950720"/>
            <a:ext cx="670560" cy="2438400"/>
          </a:xfrm>
          <a:prstGeom prst="rect">
            <a:avLst/>
          </a:prstGeom>
          <a:solidFill>
            <a:srgbClr val="C8D400"/>
          </a:solidFill>
          <a:ln w="12700">
            <a:solidFill>
              <a:srgbClr val="C8D4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" name="Text 2"/>
          <p:cNvSpPr/>
          <p:nvPr/>
        </p:nvSpPr>
        <p:spPr>
          <a:xfrm>
            <a:off x="1341120" y="1463040"/>
            <a:ext cx="1036320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Gruppenaufgabe 2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1341120" y="2316480"/>
            <a:ext cx="10363200" cy="1584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C8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Risikomatrix und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C8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Risikoklassifizierung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1341120" y="4145280"/>
            <a:ext cx="10363200" cy="609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100" dirty="0">
              <a:solidFill>
                <a:srgbClr val="AABCB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41120" y="585216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>
                <a:solidFill>
                  <a:srgbClr val="C8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Minuten</a:t>
            </a:r>
            <a:endParaRPr lang="en-US" sz="1733"/>
          </a:p>
        </p:txBody>
      </p:sp>
    </p:spTree>
    <p:extLst>
      <p:ext uri="{BB962C8B-B14F-4D97-AF65-F5344CB8AC3E}">
        <p14:creationId xmlns:p14="http://schemas.microsoft.com/office/powerpoint/2010/main" val="400856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8090"/>
          </a:solidFill>
          <a:ln w="12700">
            <a:solidFill>
              <a:srgbClr val="00809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" name="Text 1"/>
          <p:cNvSpPr/>
          <p:nvPr/>
        </p:nvSpPr>
        <p:spPr>
          <a:xfrm>
            <a:off x="487680" y="121920"/>
            <a:ext cx="1121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Risikoübersicht – AlpinTech GmbH</a:t>
            </a:r>
            <a:endParaRPr lang="en-US" sz="2933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219200"/>
          <a:ext cx="11460480" cy="5120640"/>
        </p:xfrm>
        <a:graphic>
          <a:graphicData uri="http://schemas.openxmlformats.org/drawingml/2006/table">
            <a:tbl>
              <a:tblPr/>
              <a:tblGrid>
                <a:gridCol w="2252915">
                  <a:extLst>
                    <a:ext uri="{9D8B030D-6E8A-4147-A177-3AD203B41FA5}">
                      <a16:colId xmlns:a16="http://schemas.microsoft.com/office/drawing/2014/main" val="2654678067"/>
                    </a:ext>
                  </a:extLst>
                </a:gridCol>
                <a:gridCol w="225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5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CH" sz="1600" b="1" noProof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Nummerierung</a:t>
                      </a:r>
                      <a:endParaRPr lang="en-US" sz="1600" b="1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 (1–5)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(1–5)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Steuerungsmassnahme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Ransomware-Angriff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Offline-Backups, EDR-Lösung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Datenverlust durch Hardwareausfall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 + geograf. getrennte Backups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/ Social Engineering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Awareness Trainings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Unberechtigter Datenzugriff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Rollenbasierte Zugriffssteuerung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latin typeface="Calibri" charset="0"/>
                          <a:ea typeface="Calibri" charset="0"/>
                          <a:cs typeface="Calibri" charset="0"/>
                        </a:rPr>
                        <a:t>5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Veraltete Software / Patching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2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Patch-Management-Prozess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8090"/>
          </a:solidFill>
          <a:ln w="12700">
            <a:solidFill>
              <a:srgbClr val="00809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" name="Text 1"/>
          <p:cNvSpPr/>
          <p:nvPr/>
        </p:nvSpPr>
        <p:spPr>
          <a:xfrm>
            <a:off x="487680" y="121920"/>
            <a:ext cx="112166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Risikomatrix (5×5)</a:t>
            </a:r>
            <a:endParaRPr lang="en-US" sz="3467"/>
          </a:p>
        </p:txBody>
      </p:sp>
      <p:sp>
        <p:nvSpPr>
          <p:cNvPr id="4" name="Text 2"/>
          <p:cNvSpPr/>
          <p:nvPr/>
        </p:nvSpPr>
        <p:spPr>
          <a:xfrm>
            <a:off x="97536" y="1158240"/>
            <a:ext cx="6705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↑</a:t>
            </a:r>
            <a:endParaRPr lang="en-US" sz="1333"/>
          </a:p>
        </p:txBody>
      </p:sp>
      <p:sp>
        <p:nvSpPr>
          <p:cNvPr id="5" name="Shape 3"/>
          <p:cNvSpPr/>
          <p:nvPr/>
        </p:nvSpPr>
        <p:spPr>
          <a:xfrm>
            <a:off x="853440" y="1158240"/>
            <a:ext cx="1828800" cy="999744"/>
          </a:xfrm>
          <a:prstGeom prst="rect">
            <a:avLst/>
          </a:prstGeom>
          <a:solidFill>
            <a:srgbClr val="E67E22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" name="Shape 4"/>
          <p:cNvSpPr/>
          <p:nvPr/>
        </p:nvSpPr>
        <p:spPr>
          <a:xfrm>
            <a:off x="2682240" y="1158240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7" name="Shape 5"/>
          <p:cNvSpPr/>
          <p:nvPr/>
        </p:nvSpPr>
        <p:spPr>
          <a:xfrm>
            <a:off x="4511040" y="1158240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8" name="Shape 6"/>
          <p:cNvSpPr/>
          <p:nvPr/>
        </p:nvSpPr>
        <p:spPr>
          <a:xfrm>
            <a:off x="6339840" y="1158240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9" name="Shape 7"/>
          <p:cNvSpPr/>
          <p:nvPr/>
        </p:nvSpPr>
        <p:spPr>
          <a:xfrm>
            <a:off x="8168640" y="1158240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0" name="Shape 8"/>
          <p:cNvSpPr/>
          <p:nvPr/>
        </p:nvSpPr>
        <p:spPr>
          <a:xfrm>
            <a:off x="853440" y="2157984"/>
            <a:ext cx="1828800" cy="999744"/>
          </a:xfrm>
          <a:prstGeom prst="rect">
            <a:avLst/>
          </a:prstGeom>
          <a:solidFill>
            <a:srgbClr val="F1C40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1" name="Shape 9"/>
          <p:cNvSpPr/>
          <p:nvPr/>
        </p:nvSpPr>
        <p:spPr>
          <a:xfrm>
            <a:off x="2682240" y="2157984"/>
            <a:ext cx="1828800" cy="999744"/>
          </a:xfrm>
          <a:prstGeom prst="rect">
            <a:avLst/>
          </a:prstGeom>
          <a:solidFill>
            <a:srgbClr val="E67E22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2" name="Shape 10"/>
          <p:cNvSpPr/>
          <p:nvPr/>
        </p:nvSpPr>
        <p:spPr>
          <a:xfrm>
            <a:off x="4511040" y="2157984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3" name="Shape 11"/>
          <p:cNvSpPr/>
          <p:nvPr/>
        </p:nvSpPr>
        <p:spPr>
          <a:xfrm>
            <a:off x="6339840" y="2157984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4" name="Shape 12"/>
          <p:cNvSpPr/>
          <p:nvPr/>
        </p:nvSpPr>
        <p:spPr>
          <a:xfrm>
            <a:off x="8168640" y="2157984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5" name="Shape 13"/>
          <p:cNvSpPr/>
          <p:nvPr/>
        </p:nvSpPr>
        <p:spPr>
          <a:xfrm>
            <a:off x="853440" y="3157728"/>
            <a:ext cx="1828800" cy="999744"/>
          </a:xfrm>
          <a:prstGeom prst="rect">
            <a:avLst/>
          </a:prstGeom>
          <a:solidFill>
            <a:srgbClr val="27AE60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6" name="Shape 14"/>
          <p:cNvSpPr/>
          <p:nvPr/>
        </p:nvSpPr>
        <p:spPr>
          <a:xfrm>
            <a:off x="2682240" y="3157728"/>
            <a:ext cx="1828800" cy="999744"/>
          </a:xfrm>
          <a:prstGeom prst="rect">
            <a:avLst/>
          </a:prstGeom>
          <a:solidFill>
            <a:srgbClr val="F1C40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7" name="Shape 15"/>
          <p:cNvSpPr/>
          <p:nvPr/>
        </p:nvSpPr>
        <p:spPr>
          <a:xfrm>
            <a:off x="4511040" y="3157728"/>
            <a:ext cx="1828800" cy="999744"/>
          </a:xfrm>
          <a:prstGeom prst="rect">
            <a:avLst/>
          </a:prstGeom>
          <a:solidFill>
            <a:srgbClr val="E67E22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8" name="Shape 16"/>
          <p:cNvSpPr/>
          <p:nvPr/>
        </p:nvSpPr>
        <p:spPr>
          <a:xfrm>
            <a:off x="6339840" y="3157728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9" name="Shape 17"/>
          <p:cNvSpPr/>
          <p:nvPr/>
        </p:nvSpPr>
        <p:spPr>
          <a:xfrm>
            <a:off x="8168640" y="3157728"/>
            <a:ext cx="1828800" cy="999744"/>
          </a:xfrm>
          <a:prstGeom prst="rect">
            <a:avLst/>
          </a:prstGeom>
          <a:solidFill>
            <a:srgbClr val="C0392B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0" name="Shape 18"/>
          <p:cNvSpPr/>
          <p:nvPr/>
        </p:nvSpPr>
        <p:spPr>
          <a:xfrm>
            <a:off x="853440" y="4157472"/>
            <a:ext cx="1828800" cy="999744"/>
          </a:xfrm>
          <a:prstGeom prst="rect">
            <a:avLst/>
          </a:prstGeom>
          <a:solidFill>
            <a:srgbClr val="27AE60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1" name="Shape 19"/>
          <p:cNvSpPr/>
          <p:nvPr/>
        </p:nvSpPr>
        <p:spPr>
          <a:xfrm>
            <a:off x="2682240" y="4157472"/>
            <a:ext cx="1828800" cy="999744"/>
          </a:xfrm>
          <a:prstGeom prst="rect">
            <a:avLst/>
          </a:prstGeom>
          <a:solidFill>
            <a:srgbClr val="27AE60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2" name="Shape 20"/>
          <p:cNvSpPr/>
          <p:nvPr/>
        </p:nvSpPr>
        <p:spPr>
          <a:xfrm>
            <a:off x="4511040" y="4157472"/>
            <a:ext cx="1828800" cy="999744"/>
          </a:xfrm>
          <a:prstGeom prst="rect">
            <a:avLst/>
          </a:prstGeom>
          <a:solidFill>
            <a:srgbClr val="F1C40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3" name="Shape 21"/>
          <p:cNvSpPr/>
          <p:nvPr/>
        </p:nvSpPr>
        <p:spPr>
          <a:xfrm>
            <a:off x="6339840" y="4157472"/>
            <a:ext cx="1828800" cy="999744"/>
          </a:xfrm>
          <a:prstGeom prst="rect">
            <a:avLst/>
          </a:prstGeom>
          <a:solidFill>
            <a:srgbClr val="E67E22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4" name="Shape 22"/>
          <p:cNvSpPr/>
          <p:nvPr/>
        </p:nvSpPr>
        <p:spPr>
          <a:xfrm>
            <a:off x="8168640" y="4157472"/>
            <a:ext cx="1828800" cy="999744"/>
          </a:xfrm>
          <a:prstGeom prst="rect">
            <a:avLst/>
          </a:prstGeom>
          <a:solidFill>
            <a:srgbClr val="E67E22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5" name="Shape 23"/>
          <p:cNvSpPr/>
          <p:nvPr/>
        </p:nvSpPr>
        <p:spPr>
          <a:xfrm>
            <a:off x="853440" y="5157216"/>
            <a:ext cx="1828800" cy="999744"/>
          </a:xfrm>
          <a:prstGeom prst="rect">
            <a:avLst/>
          </a:prstGeom>
          <a:solidFill>
            <a:srgbClr val="27AE60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6" name="Shape 24"/>
          <p:cNvSpPr/>
          <p:nvPr/>
        </p:nvSpPr>
        <p:spPr>
          <a:xfrm>
            <a:off x="2682240" y="5157216"/>
            <a:ext cx="1828800" cy="999744"/>
          </a:xfrm>
          <a:prstGeom prst="rect">
            <a:avLst/>
          </a:prstGeom>
          <a:solidFill>
            <a:srgbClr val="27AE60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7" name="Shape 25"/>
          <p:cNvSpPr/>
          <p:nvPr/>
        </p:nvSpPr>
        <p:spPr>
          <a:xfrm>
            <a:off x="4511040" y="5157216"/>
            <a:ext cx="1828800" cy="999744"/>
          </a:xfrm>
          <a:prstGeom prst="rect">
            <a:avLst/>
          </a:prstGeom>
          <a:solidFill>
            <a:srgbClr val="27AE60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8" name="Shape 26"/>
          <p:cNvSpPr/>
          <p:nvPr/>
        </p:nvSpPr>
        <p:spPr>
          <a:xfrm>
            <a:off x="6339840" y="5157216"/>
            <a:ext cx="1828800" cy="999744"/>
          </a:xfrm>
          <a:prstGeom prst="rect">
            <a:avLst/>
          </a:prstGeom>
          <a:solidFill>
            <a:srgbClr val="F1C40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9" name="Shape 27"/>
          <p:cNvSpPr/>
          <p:nvPr/>
        </p:nvSpPr>
        <p:spPr>
          <a:xfrm>
            <a:off x="8168640" y="5157216"/>
            <a:ext cx="1828800" cy="999744"/>
          </a:xfrm>
          <a:prstGeom prst="rect">
            <a:avLst/>
          </a:prstGeom>
          <a:solidFill>
            <a:srgbClr val="F1C40F">
              <a:alpha val="7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0" name="Text 28"/>
          <p:cNvSpPr/>
          <p:nvPr/>
        </p:nvSpPr>
        <p:spPr>
          <a:xfrm>
            <a:off x="487680" y="1158240"/>
            <a:ext cx="341376" cy="999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33"/>
          </a:p>
        </p:txBody>
      </p:sp>
      <p:sp>
        <p:nvSpPr>
          <p:cNvPr id="31" name="Text 29"/>
          <p:cNvSpPr/>
          <p:nvPr/>
        </p:nvSpPr>
        <p:spPr>
          <a:xfrm>
            <a:off x="487680" y="2157984"/>
            <a:ext cx="341376" cy="999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33"/>
          </a:p>
        </p:txBody>
      </p:sp>
      <p:sp>
        <p:nvSpPr>
          <p:cNvPr id="32" name="Text 30"/>
          <p:cNvSpPr/>
          <p:nvPr/>
        </p:nvSpPr>
        <p:spPr>
          <a:xfrm>
            <a:off x="487680" y="3157728"/>
            <a:ext cx="341376" cy="999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/>
          </a:p>
        </p:txBody>
      </p:sp>
      <p:sp>
        <p:nvSpPr>
          <p:cNvPr id="33" name="Text 31"/>
          <p:cNvSpPr/>
          <p:nvPr/>
        </p:nvSpPr>
        <p:spPr>
          <a:xfrm>
            <a:off x="487680" y="4157472"/>
            <a:ext cx="341376" cy="999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/>
          </a:p>
        </p:txBody>
      </p:sp>
      <p:sp>
        <p:nvSpPr>
          <p:cNvPr id="34" name="Text 32"/>
          <p:cNvSpPr/>
          <p:nvPr/>
        </p:nvSpPr>
        <p:spPr>
          <a:xfrm>
            <a:off x="487680" y="5157216"/>
            <a:ext cx="341376" cy="999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/>
          </a:p>
        </p:txBody>
      </p:sp>
      <p:sp>
        <p:nvSpPr>
          <p:cNvPr id="35" name="Text 33"/>
          <p:cNvSpPr/>
          <p:nvPr/>
        </p:nvSpPr>
        <p:spPr>
          <a:xfrm>
            <a:off x="85344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/>
          </a:p>
        </p:txBody>
      </p:sp>
      <p:sp>
        <p:nvSpPr>
          <p:cNvPr id="36" name="Text 34"/>
          <p:cNvSpPr/>
          <p:nvPr/>
        </p:nvSpPr>
        <p:spPr>
          <a:xfrm>
            <a:off x="268224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/>
          </a:p>
        </p:txBody>
      </p:sp>
      <p:sp>
        <p:nvSpPr>
          <p:cNvPr id="37" name="Text 35"/>
          <p:cNvSpPr/>
          <p:nvPr/>
        </p:nvSpPr>
        <p:spPr>
          <a:xfrm>
            <a:off x="451104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/>
          </a:p>
        </p:txBody>
      </p:sp>
      <p:sp>
        <p:nvSpPr>
          <p:cNvPr id="38" name="Text 36"/>
          <p:cNvSpPr/>
          <p:nvPr/>
        </p:nvSpPr>
        <p:spPr>
          <a:xfrm>
            <a:off x="633984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33"/>
          </a:p>
        </p:txBody>
      </p:sp>
      <p:sp>
        <p:nvSpPr>
          <p:cNvPr id="39" name="Text 37"/>
          <p:cNvSpPr/>
          <p:nvPr/>
        </p:nvSpPr>
        <p:spPr>
          <a:xfrm>
            <a:off x="8168640" y="6217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33"/>
          </a:p>
        </p:txBody>
      </p:sp>
      <p:sp>
        <p:nvSpPr>
          <p:cNvPr id="40" name="Text 38"/>
          <p:cNvSpPr/>
          <p:nvPr/>
        </p:nvSpPr>
        <p:spPr>
          <a:xfrm>
            <a:off x="853440" y="6583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Eintrittswahrscheinlichkeit</a:t>
            </a:r>
            <a:endParaRPr lang="en-US" sz="1467"/>
          </a:p>
        </p:txBody>
      </p:sp>
      <p:sp>
        <p:nvSpPr>
          <p:cNvPr id="41" name="Shape 39"/>
          <p:cNvSpPr/>
          <p:nvPr/>
        </p:nvSpPr>
        <p:spPr>
          <a:xfrm>
            <a:off x="10424160" y="1341120"/>
            <a:ext cx="36576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2" name="Text 40"/>
          <p:cNvSpPr/>
          <p:nvPr/>
        </p:nvSpPr>
        <p:spPr>
          <a:xfrm>
            <a:off x="10887456" y="134112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467"/>
          </a:p>
        </p:txBody>
      </p:sp>
      <p:sp>
        <p:nvSpPr>
          <p:cNvPr id="43" name="Shape 41"/>
          <p:cNvSpPr/>
          <p:nvPr/>
        </p:nvSpPr>
        <p:spPr>
          <a:xfrm>
            <a:off x="10424160" y="1889760"/>
            <a:ext cx="36576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4" name="Text 42"/>
          <p:cNvSpPr/>
          <p:nvPr/>
        </p:nvSpPr>
        <p:spPr>
          <a:xfrm>
            <a:off x="10887456" y="188976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467"/>
          </a:p>
        </p:txBody>
      </p:sp>
      <p:sp>
        <p:nvSpPr>
          <p:cNvPr id="45" name="Shape 43"/>
          <p:cNvSpPr/>
          <p:nvPr/>
        </p:nvSpPr>
        <p:spPr>
          <a:xfrm>
            <a:off x="10424160" y="2438400"/>
            <a:ext cx="365760" cy="36576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6" name="Text 44"/>
          <p:cNvSpPr/>
          <p:nvPr/>
        </p:nvSpPr>
        <p:spPr>
          <a:xfrm>
            <a:off x="10887456" y="243840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Erhöht</a:t>
            </a:r>
            <a:endParaRPr lang="en-US" sz="1467"/>
          </a:p>
        </p:txBody>
      </p:sp>
      <p:sp>
        <p:nvSpPr>
          <p:cNvPr id="47" name="Shape 45"/>
          <p:cNvSpPr/>
          <p:nvPr/>
        </p:nvSpPr>
        <p:spPr>
          <a:xfrm>
            <a:off x="10424160" y="2987040"/>
            <a:ext cx="36576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8" name="Text 46"/>
          <p:cNvSpPr/>
          <p:nvPr/>
        </p:nvSpPr>
        <p:spPr>
          <a:xfrm>
            <a:off x="10887456" y="2987040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467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F1E12E3-34C3-2560-B8CE-A7CB69D8D541}"/>
              </a:ext>
            </a:extLst>
          </p:cNvPr>
          <p:cNvSpPr/>
          <p:nvPr/>
        </p:nvSpPr>
        <p:spPr>
          <a:xfrm flipH="1">
            <a:off x="6966240" y="3323952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3200">
                <a:ea typeface="Calibri"/>
                <a:cs typeface="Calibri"/>
              </a:rPr>
              <a:t>5</a:t>
            </a:r>
          </a:p>
        </p:txBody>
      </p:sp>
      <p:sp>
        <p:nvSpPr>
          <p:cNvPr id="50" name="Oval 48">
            <a:extLst>
              <a:ext uri="{FF2B5EF4-FFF2-40B4-BE49-F238E27FC236}">
                <a16:creationId xmlns:a16="http://schemas.microsoft.com/office/drawing/2014/main" id="{19D490FD-B889-2209-5242-BB28B1DEA28D}"/>
              </a:ext>
            </a:extLst>
          </p:cNvPr>
          <p:cNvSpPr/>
          <p:nvPr/>
        </p:nvSpPr>
        <p:spPr>
          <a:xfrm flipH="1">
            <a:off x="3308640" y="2339376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3200">
                <a:ea typeface="Calibri"/>
                <a:cs typeface="Calibri"/>
              </a:rPr>
              <a:t>4</a:t>
            </a:r>
          </a:p>
        </p:txBody>
      </p:sp>
      <p:sp>
        <p:nvSpPr>
          <p:cNvPr id="51" name="Oval 48">
            <a:extLst>
              <a:ext uri="{FF2B5EF4-FFF2-40B4-BE49-F238E27FC236}">
                <a16:creationId xmlns:a16="http://schemas.microsoft.com/office/drawing/2014/main" id="{6FB13111-0095-3015-A248-3F940A2E9ABF}"/>
              </a:ext>
            </a:extLst>
          </p:cNvPr>
          <p:cNvSpPr/>
          <p:nvPr/>
        </p:nvSpPr>
        <p:spPr>
          <a:xfrm flipH="1">
            <a:off x="6966240" y="2308896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3200">
                <a:ea typeface="Calibri"/>
                <a:cs typeface="Calibri"/>
              </a:rPr>
              <a:t>3</a:t>
            </a:r>
          </a:p>
        </p:txBody>
      </p:sp>
      <p:sp>
        <p:nvSpPr>
          <p:cNvPr id="52" name="Oval 48">
            <a:extLst>
              <a:ext uri="{FF2B5EF4-FFF2-40B4-BE49-F238E27FC236}">
                <a16:creationId xmlns:a16="http://schemas.microsoft.com/office/drawing/2014/main" id="{B2646882-2736-F1AF-4F46-000111A73269}"/>
              </a:ext>
            </a:extLst>
          </p:cNvPr>
          <p:cNvSpPr/>
          <p:nvPr/>
        </p:nvSpPr>
        <p:spPr>
          <a:xfrm flipH="1">
            <a:off x="4755289" y="1370947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3200">
                <a:ea typeface="Calibri"/>
                <a:cs typeface="Calibri"/>
              </a:rPr>
              <a:t>2</a:t>
            </a:r>
          </a:p>
        </p:txBody>
      </p:sp>
      <p:sp>
        <p:nvSpPr>
          <p:cNvPr id="53" name="Oval 48">
            <a:extLst>
              <a:ext uri="{FF2B5EF4-FFF2-40B4-BE49-F238E27FC236}">
                <a16:creationId xmlns:a16="http://schemas.microsoft.com/office/drawing/2014/main" id="{13B6A7F6-054F-EC72-13BB-1F971C8B0023}"/>
              </a:ext>
            </a:extLst>
          </p:cNvPr>
          <p:cNvSpPr/>
          <p:nvPr/>
        </p:nvSpPr>
        <p:spPr>
          <a:xfrm flipH="1">
            <a:off x="5494432" y="1350905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3200">
                <a:ea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E3652E1573844CB4FCB752CBF0823E" ma:contentTypeVersion="3" ma:contentTypeDescription="Ein neues Dokument erstellen." ma:contentTypeScope="" ma:versionID="ffe26a30e717f9ac89f7503a5ce829b9">
  <xsd:schema xmlns:xsd="http://www.w3.org/2001/XMLSchema" xmlns:xs="http://www.w3.org/2001/XMLSchema" xmlns:p="http://schemas.microsoft.com/office/2006/metadata/properties" xmlns:ns2="1b9ad53d-3cfc-427d-b0ff-55a3ef62b324" targetNamespace="http://schemas.microsoft.com/office/2006/metadata/properties" ma:root="true" ma:fieldsID="be0590efa2c9332663a3da8c8ee77244" ns2:_="">
    <xsd:import namespace="1b9ad53d-3cfc-427d-b0ff-55a3ef62b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9ad53d-3cfc-427d-b0ff-55a3ef62b3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164BCD-EFA1-4D6E-8C66-A38A76BEA3B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C528D3A-57A6-45F7-A096-2F7522983F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9FF1B3-F9B4-4F43-944C-42BB4B353D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9ad53d-3cfc-427d-b0ff-55a3ef62b3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Larissa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2026-04-14T18:39:04Z</dcterms:created>
  <dcterms:modified xsi:type="dcterms:W3CDTF">2026-04-14T19:07:14Z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0x01010016E3652E1573844CB4FCB752CBF0823E</vt:lpwstr>
  </property>
</Properties>
</file>