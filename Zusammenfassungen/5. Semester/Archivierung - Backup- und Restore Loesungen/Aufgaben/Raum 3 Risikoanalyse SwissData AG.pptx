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0" r:id="rId8"/>
    <p:sldId id="258" r:id="rId9"/>
    <p:sldId id="261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19A236-858B-0C9D-3B35-9C9CF73CE925}" v="198" dt="2026-04-14T17:42:05.741"/>
    <p1510:client id="{C3CE87FC-B206-4FC4-A386-3CF51A9A5C1B}" v="380" dt="2026-04-14T17:41:50.322"/>
    <p1510:client id="{CF4E946C-813F-EF1F-435D-1F9AA93AF2EE}" v="1" dt="2026-04-14T17:24:00.130"/>
    <p1510:client id="{E2885690-4D67-48A0-A92C-197F799D865C}" v="83" dt="2026-04-14T17:59:17.409"/>
    <p1510:client id="{FBBD3488-AF69-65A8-6AAD-D14F60B0C87D}" v="55" dt="2026-04-14T17:26:39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Aeschbacher" userId="1b61a242-ac0c-4a29-8f47-59cc8e83eaee" providerId="ADAL" clId="{D5A66778-38D0-442F-BBE2-D831558B9A6D}"/>
    <pc:docChg chg="custSel addSld modSld">
      <pc:chgData name="Fabio Aeschbacher" userId="1b61a242-ac0c-4a29-8f47-59cc8e83eaee" providerId="ADAL" clId="{D5A66778-38D0-442F-BBE2-D831558B9A6D}" dt="2026-04-14T17:41:50.322" v="379" actId="20577"/>
      <pc:docMkLst>
        <pc:docMk/>
      </pc:docMkLst>
      <pc:sldChg chg="modSp new mod">
        <pc:chgData name="Fabio Aeschbacher" userId="1b61a242-ac0c-4a29-8f47-59cc8e83eaee" providerId="ADAL" clId="{D5A66778-38D0-442F-BBE2-D831558B9A6D}" dt="2026-04-14T17:37:30.776" v="283" actId="20577"/>
        <pc:sldMkLst>
          <pc:docMk/>
          <pc:sldMk cId="3877528914" sldId="258"/>
        </pc:sldMkLst>
        <pc:spChg chg="mod">
          <ac:chgData name="Fabio Aeschbacher" userId="1b61a242-ac0c-4a29-8f47-59cc8e83eaee" providerId="ADAL" clId="{D5A66778-38D0-442F-BBE2-D831558B9A6D}" dt="2026-04-14T17:26:08.665" v="102" actId="790"/>
          <ac:spMkLst>
            <pc:docMk/>
            <pc:sldMk cId="3877528914" sldId="258"/>
            <ac:spMk id="2" creationId="{37209464-707D-0B9E-5D4A-5B9B897122F5}"/>
          </ac:spMkLst>
        </pc:spChg>
        <pc:spChg chg="mod">
          <ac:chgData name="Fabio Aeschbacher" userId="1b61a242-ac0c-4a29-8f47-59cc8e83eaee" providerId="ADAL" clId="{D5A66778-38D0-442F-BBE2-D831558B9A6D}" dt="2026-04-14T17:37:30.776" v="283" actId="20577"/>
          <ac:spMkLst>
            <pc:docMk/>
            <pc:sldMk cId="3877528914" sldId="258"/>
            <ac:spMk id="3" creationId="{68D4DA69-3F7B-5224-2A9D-58E3EC538C07}"/>
          </ac:spMkLst>
        </pc:spChg>
      </pc:sldChg>
      <pc:sldChg chg="modSp mod">
        <pc:chgData name="Fabio Aeschbacher" userId="1b61a242-ac0c-4a29-8f47-59cc8e83eaee" providerId="ADAL" clId="{D5A66778-38D0-442F-BBE2-D831558B9A6D}" dt="2026-04-14T17:30:16.295" v="201" actId="20577"/>
        <pc:sldMkLst>
          <pc:docMk/>
          <pc:sldMk cId="433602045" sldId="259"/>
        </pc:sldMkLst>
        <pc:spChg chg="mod">
          <ac:chgData name="Fabio Aeschbacher" userId="1b61a242-ac0c-4a29-8f47-59cc8e83eaee" providerId="ADAL" clId="{D5A66778-38D0-442F-BBE2-D831558B9A6D}" dt="2026-04-14T17:22:15.590" v="20" actId="20577"/>
          <ac:spMkLst>
            <pc:docMk/>
            <pc:sldMk cId="433602045" sldId="259"/>
            <ac:spMk id="2" creationId="{F48E14A3-B57F-16FC-C8A6-B93131C79C9D}"/>
          </ac:spMkLst>
        </pc:spChg>
        <pc:spChg chg="mod">
          <ac:chgData name="Fabio Aeschbacher" userId="1b61a242-ac0c-4a29-8f47-59cc8e83eaee" providerId="ADAL" clId="{D5A66778-38D0-442F-BBE2-D831558B9A6D}" dt="2026-04-14T17:30:16.295" v="201" actId="20577"/>
          <ac:spMkLst>
            <pc:docMk/>
            <pc:sldMk cId="433602045" sldId="259"/>
            <ac:spMk id="3" creationId="{EB4802CA-38F7-0B80-9405-0A5DBEA7A6F8}"/>
          </ac:spMkLst>
        </pc:spChg>
      </pc:sldChg>
      <pc:sldChg chg="modSp mod">
        <pc:chgData name="Fabio Aeschbacher" userId="1b61a242-ac0c-4a29-8f47-59cc8e83eaee" providerId="ADAL" clId="{D5A66778-38D0-442F-BBE2-D831558B9A6D}" dt="2026-04-14T17:41:50.322" v="379" actId="20577"/>
        <pc:sldMkLst>
          <pc:docMk/>
          <pc:sldMk cId="615482225" sldId="261"/>
        </pc:sldMkLst>
        <pc:spChg chg="mod">
          <ac:chgData name="Fabio Aeschbacher" userId="1b61a242-ac0c-4a29-8f47-59cc8e83eaee" providerId="ADAL" clId="{D5A66778-38D0-442F-BBE2-D831558B9A6D}" dt="2026-04-14T17:41:50.322" v="379" actId="20577"/>
          <ac:spMkLst>
            <pc:docMk/>
            <pc:sldMk cId="615482225" sldId="261"/>
            <ac:spMk id="3" creationId="{B6EF1648-D53F-D23A-05B3-ABD204F791AC}"/>
          </ac:spMkLst>
        </pc:spChg>
      </pc:sldChg>
    </pc:docChg>
  </pc:docChgLst>
  <pc:docChgLst>
    <pc:chgData name="Rafiz Krasniqi" userId="S::rafiz.krasniqi@student.ipso.ch::dc57817a-0bda-43b0-8feb-88aec7e8e3de" providerId="AD" clId="Web-{1D19A236-858B-0C9D-3B35-9C9CF73CE925}"/>
    <pc:docChg chg="addSld modSld">
      <pc:chgData name="Rafiz Krasniqi" userId="S::rafiz.krasniqi@student.ipso.ch::dc57817a-0bda-43b0-8feb-88aec7e8e3de" providerId="AD" clId="Web-{1D19A236-858B-0C9D-3B35-9C9CF73CE925}" dt="2026-04-14T17:35:19.197" v="197" actId="20577"/>
      <pc:docMkLst>
        <pc:docMk/>
      </pc:docMkLst>
      <pc:sldChg chg="modSp">
        <pc:chgData name="Rafiz Krasniqi" userId="S::rafiz.krasniqi@student.ipso.ch::dc57817a-0bda-43b0-8feb-88aec7e8e3de" providerId="AD" clId="Web-{1D19A236-858B-0C9D-3B35-9C9CF73CE925}" dt="2026-04-14T17:25:01.960" v="115" actId="20577"/>
        <pc:sldMkLst>
          <pc:docMk/>
          <pc:sldMk cId="3647120456" sldId="256"/>
        </pc:sldMkLst>
        <pc:spChg chg="mod">
          <ac:chgData name="Rafiz Krasniqi" userId="S::rafiz.krasniqi@student.ipso.ch::dc57817a-0bda-43b0-8feb-88aec7e8e3de" providerId="AD" clId="Web-{1D19A236-858B-0C9D-3B35-9C9CF73CE925}" dt="2026-04-14T17:25:01.960" v="115" actId="20577"/>
          <ac:spMkLst>
            <pc:docMk/>
            <pc:sldMk cId="3647120456" sldId="256"/>
            <ac:spMk id="3" creationId="{2B5811CF-8DDB-2B5B-0922-4FA186DFD751}"/>
          </ac:spMkLst>
        </pc:spChg>
      </pc:sldChg>
      <pc:sldChg chg="modSp new">
        <pc:chgData name="Rafiz Krasniqi" userId="S::rafiz.krasniqi@student.ipso.ch::dc57817a-0bda-43b0-8feb-88aec7e8e3de" providerId="AD" clId="Web-{1D19A236-858B-0C9D-3B35-9C9CF73CE925}" dt="2026-04-14T17:21:26.787" v="41" actId="20577"/>
        <pc:sldMkLst>
          <pc:docMk/>
          <pc:sldMk cId="2621863271" sldId="257"/>
        </pc:sldMkLst>
        <pc:spChg chg="mod">
          <ac:chgData name="Rafiz Krasniqi" userId="S::rafiz.krasniqi@student.ipso.ch::dc57817a-0bda-43b0-8feb-88aec7e8e3de" providerId="AD" clId="Web-{1D19A236-858B-0C9D-3B35-9C9CF73CE925}" dt="2026-04-14T17:20:57.690" v="2" actId="20577"/>
          <ac:spMkLst>
            <pc:docMk/>
            <pc:sldMk cId="2621863271" sldId="257"/>
            <ac:spMk id="2" creationId="{9AB1EA7B-DA9D-F303-45AB-44787FAD467D}"/>
          </ac:spMkLst>
        </pc:spChg>
        <pc:spChg chg="mod">
          <ac:chgData name="Rafiz Krasniqi" userId="S::rafiz.krasniqi@student.ipso.ch::dc57817a-0bda-43b0-8feb-88aec7e8e3de" providerId="AD" clId="Web-{1D19A236-858B-0C9D-3B35-9C9CF73CE925}" dt="2026-04-14T17:21:26.787" v="41" actId="20577"/>
          <ac:spMkLst>
            <pc:docMk/>
            <pc:sldMk cId="2621863271" sldId="257"/>
            <ac:spMk id="3" creationId="{6D161F32-4672-432C-9BFB-11D6FCA2C7EB}"/>
          </ac:spMkLst>
        </pc:spChg>
      </pc:sldChg>
      <pc:sldChg chg="modSp">
        <pc:chgData name="Rafiz Krasniqi" userId="S::rafiz.krasniqi@student.ipso.ch::dc57817a-0bda-43b0-8feb-88aec7e8e3de" providerId="AD" clId="Web-{1D19A236-858B-0C9D-3B35-9C9CF73CE925}" dt="2026-04-14T17:28:30.454" v="156" actId="20577"/>
        <pc:sldMkLst>
          <pc:docMk/>
          <pc:sldMk cId="3877528914" sldId="258"/>
        </pc:sldMkLst>
        <pc:spChg chg="mod">
          <ac:chgData name="Rafiz Krasniqi" userId="S::rafiz.krasniqi@student.ipso.ch::dc57817a-0bda-43b0-8feb-88aec7e8e3de" providerId="AD" clId="Web-{1D19A236-858B-0C9D-3B35-9C9CF73CE925}" dt="2026-04-14T17:28:30.454" v="156" actId="20577"/>
          <ac:spMkLst>
            <pc:docMk/>
            <pc:sldMk cId="3877528914" sldId="258"/>
            <ac:spMk id="3" creationId="{68D4DA69-3F7B-5224-2A9D-58E3EC538C07}"/>
          </ac:spMkLst>
        </pc:spChg>
      </pc:sldChg>
      <pc:sldChg chg="new">
        <pc:chgData name="Rafiz Krasniqi" userId="S::rafiz.krasniqi@student.ipso.ch::dc57817a-0bda-43b0-8feb-88aec7e8e3de" providerId="AD" clId="Web-{1D19A236-858B-0C9D-3B35-9C9CF73CE925}" dt="2026-04-14T17:22:08.885" v="42"/>
        <pc:sldMkLst>
          <pc:docMk/>
          <pc:sldMk cId="433602045" sldId="259"/>
        </pc:sldMkLst>
      </pc:sldChg>
      <pc:sldChg chg="modSp new">
        <pc:chgData name="Rafiz Krasniqi" userId="S::rafiz.krasniqi@student.ipso.ch::dc57817a-0bda-43b0-8feb-88aec7e8e3de" providerId="AD" clId="Web-{1D19A236-858B-0C9D-3B35-9C9CF73CE925}" dt="2026-04-14T17:35:19.197" v="197" actId="20577"/>
        <pc:sldMkLst>
          <pc:docMk/>
          <pc:sldMk cId="365695419" sldId="260"/>
        </pc:sldMkLst>
        <pc:spChg chg="mod">
          <ac:chgData name="Rafiz Krasniqi" userId="S::rafiz.krasniqi@student.ipso.ch::dc57817a-0bda-43b0-8feb-88aec7e8e3de" providerId="AD" clId="Web-{1D19A236-858B-0C9D-3B35-9C9CF73CE925}" dt="2026-04-14T17:22:17.324" v="51" actId="20577"/>
          <ac:spMkLst>
            <pc:docMk/>
            <pc:sldMk cId="365695419" sldId="260"/>
            <ac:spMk id="2" creationId="{EB39FEC2-A7B7-7467-8738-1B486335DABB}"/>
          </ac:spMkLst>
        </pc:spChg>
        <pc:spChg chg="mod">
          <ac:chgData name="Rafiz Krasniqi" userId="S::rafiz.krasniqi@student.ipso.ch::dc57817a-0bda-43b0-8feb-88aec7e8e3de" providerId="AD" clId="Web-{1D19A236-858B-0C9D-3B35-9C9CF73CE925}" dt="2026-04-14T17:35:19.197" v="197" actId="20577"/>
          <ac:spMkLst>
            <pc:docMk/>
            <pc:sldMk cId="365695419" sldId="260"/>
            <ac:spMk id="3" creationId="{795F0FB1-6AEE-6407-DD0C-CBCDB0E52080}"/>
          </ac:spMkLst>
        </pc:spChg>
      </pc:sldChg>
      <pc:sldChg chg="modSp">
        <pc:chgData name="Rafiz Krasniqi" userId="S::rafiz.krasniqi@student.ipso.ch::dc57817a-0bda-43b0-8feb-88aec7e8e3de" providerId="AD" clId="Web-{1D19A236-858B-0C9D-3B35-9C9CF73CE925}" dt="2026-04-14T17:28:40.720" v="161" actId="20577"/>
        <pc:sldMkLst>
          <pc:docMk/>
          <pc:sldMk cId="615482225" sldId="261"/>
        </pc:sldMkLst>
        <pc:spChg chg="mod">
          <ac:chgData name="Rafiz Krasniqi" userId="S::rafiz.krasniqi@student.ipso.ch::dc57817a-0bda-43b0-8feb-88aec7e8e3de" providerId="AD" clId="Web-{1D19A236-858B-0C9D-3B35-9C9CF73CE925}" dt="2026-04-14T17:28:40.720" v="161" actId="20577"/>
          <ac:spMkLst>
            <pc:docMk/>
            <pc:sldMk cId="615482225" sldId="261"/>
            <ac:spMk id="3" creationId="{B6EF1648-D53F-D23A-05B3-ABD204F791AC}"/>
          </ac:spMkLst>
        </pc:spChg>
      </pc:sldChg>
    </pc:docChg>
  </pc:docChgLst>
  <pc:docChgLst>
    <pc:chgData name="Cristian Quarta" userId="490b82f7-e45b-43c1-8e44-57737d8eda1d" providerId="ADAL" clId="{07034AC4-7D70-4D7C-984D-A67661FF296F}"/>
    <pc:docChg chg="custSel modSld">
      <pc:chgData name="Cristian Quarta" userId="490b82f7-e45b-43c1-8e44-57737d8eda1d" providerId="ADAL" clId="{07034AC4-7D70-4D7C-984D-A67661FF296F}" dt="2026-04-14T17:59:17.409" v="82" actId="20577"/>
      <pc:docMkLst>
        <pc:docMk/>
      </pc:docMkLst>
      <pc:sldChg chg="modSp mod">
        <pc:chgData name="Cristian Quarta" userId="490b82f7-e45b-43c1-8e44-57737d8eda1d" providerId="ADAL" clId="{07034AC4-7D70-4D7C-984D-A67661FF296F}" dt="2026-04-14T17:59:17.409" v="82" actId="20577"/>
        <pc:sldMkLst>
          <pc:docMk/>
          <pc:sldMk cId="433602045" sldId="259"/>
        </pc:sldMkLst>
        <pc:spChg chg="mod">
          <ac:chgData name="Cristian Quarta" userId="490b82f7-e45b-43c1-8e44-57737d8eda1d" providerId="ADAL" clId="{07034AC4-7D70-4D7C-984D-A67661FF296F}" dt="2026-04-14T17:59:17.409" v="82" actId="20577"/>
          <ac:spMkLst>
            <pc:docMk/>
            <pc:sldMk cId="433602045" sldId="259"/>
            <ac:spMk id="3" creationId="{EB4802CA-38F7-0B80-9405-0A5DBEA7A6F8}"/>
          </ac:spMkLst>
        </pc:spChg>
      </pc:sldChg>
    </pc:docChg>
  </pc:docChgLst>
  <pc:docChgLst>
    <pc:chgData name="Cristian Quarta" userId="S::cristian.quarta@student.ipso.ch::490b82f7-e45b-43c1-8e44-57737d8eda1d" providerId="AD" clId="Web-{CF4E946C-813F-EF1F-435D-1F9AA93AF2EE}"/>
    <pc:docChg chg="modSld">
      <pc:chgData name="Cristian Quarta" userId="S::cristian.quarta@student.ipso.ch::490b82f7-e45b-43c1-8e44-57737d8eda1d" providerId="AD" clId="Web-{CF4E946C-813F-EF1F-435D-1F9AA93AF2EE}" dt="2026-04-14T17:24:00.146" v="1" actId="20577"/>
      <pc:docMkLst>
        <pc:docMk/>
      </pc:docMkLst>
      <pc:sldChg chg="modSp">
        <pc:chgData name="Cristian Quarta" userId="S::cristian.quarta@student.ipso.ch::490b82f7-e45b-43c1-8e44-57737d8eda1d" providerId="AD" clId="Web-{CF4E946C-813F-EF1F-435D-1F9AA93AF2EE}" dt="2026-04-14T17:24:00.146" v="1" actId="20577"/>
        <pc:sldMkLst>
          <pc:docMk/>
          <pc:sldMk cId="433602045" sldId="259"/>
        </pc:sldMkLst>
        <pc:spChg chg="mod">
          <ac:chgData name="Cristian Quarta" userId="S::cristian.quarta@student.ipso.ch::490b82f7-e45b-43c1-8e44-57737d8eda1d" providerId="AD" clId="Web-{CF4E946C-813F-EF1F-435D-1F9AA93AF2EE}" dt="2026-04-14T17:24:00.146" v="1" actId="20577"/>
          <ac:spMkLst>
            <pc:docMk/>
            <pc:sldMk cId="433602045" sldId="259"/>
            <ac:spMk id="3" creationId="{EB4802CA-38F7-0B80-9405-0A5DBEA7A6F8}"/>
          </ac:spMkLst>
        </pc:spChg>
      </pc:sldChg>
    </pc:docChg>
  </pc:docChgLst>
  <pc:docChgLst>
    <pc:chgData name="Samuel Gnehm" userId="S::samuel.gnehm@student.ipso.ch::73e9bfde-7015-4c5c-82c1-a8c735bd2cca" providerId="AD" clId="Web-{FBBD3488-AF69-65A8-6AAD-D14F60B0C87D}"/>
    <pc:docChg chg="addSld modSld">
      <pc:chgData name="Samuel Gnehm" userId="S::samuel.gnehm@student.ipso.ch::73e9bfde-7015-4c5c-82c1-a8c735bd2cca" providerId="AD" clId="Web-{FBBD3488-AF69-65A8-6AAD-D14F60B0C87D}" dt="2026-04-14T17:26:39.633" v="56" actId="20577"/>
      <pc:docMkLst>
        <pc:docMk/>
      </pc:docMkLst>
      <pc:sldChg chg="modSp">
        <pc:chgData name="Samuel Gnehm" userId="S::samuel.gnehm@student.ipso.ch::73e9bfde-7015-4c5c-82c1-a8c735bd2cca" providerId="AD" clId="Web-{FBBD3488-AF69-65A8-6AAD-D14F60B0C87D}" dt="2026-04-14T17:26:39.633" v="56" actId="20577"/>
        <pc:sldMkLst>
          <pc:docMk/>
          <pc:sldMk cId="433602045" sldId="259"/>
        </pc:sldMkLst>
        <pc:spChg chg="mod">
          <ac:chgData name="Samuel Gnehm" userId="S::samuel.gnehm@student.ipso.ch::73e9bfde-7015-4c5c-82c1-a8c735bd2cca" providerId="AD" clId="Web-{FBBD3488-AF69-65A8-6AAD-D14F60B0C87D}" dt="2026-04-14T17:26:39.633" v="56" actId="20577"/>
          <ac:spMkLst>
            <pc:docMk/>
            <pc:sldMk cId="433602045" sldId="259"/>
            <ac:spMk id="3" creationId="{EB4802CA-38F7-0B80-9405-0A5DBEA7A6F8}"/>
          </ac:spMkLst>
        </pc:spChg>
      </pc:sldChg>
      <pc:sldChg chg="modSp new">
        <pc:chgData name="Samuel Gnehm" userId="S::samuel.gnehm@student.ipso.ch::73e9bfde-7015-4c5c-82c1-a8c735bd2cca" providerId="AD" clId="Web-{FBBD3488-AF69-65A8-6AAD-D14F60B0C87D}" dt="2026-04-14T17:26:01.068" v="51" actId="20577"/>
        <pc:sldMkLst>
          <pc:docMk/>
          <pc:sldMk cId="615482225" sldId="261"/>
        </pc:sldMkLst>
        <pc:spChg chg="mod">
          <ac:chgData name="Samuel Gnehm" userId="S::samuel.gnehm@student.ipso.ch::73e9bfde-7015-4c5c-82c1-a8c735bd2cca" providerId="AD" clId="Web-{FBBD3488-AF69-65A8-6AAD-D14F60B0C87D}" dt="2026-04-14T17:24:55.999" v="12" actId="20577"/>
          <ac:spMkLst>
            <pc:docMk/>
            <pc:sldMk cId="615482225" sldId="261"/>
            <ac:spMk id="2" creationId="{EFA3BE11-79B3-FF8B-984C-964D984D6A68}"/>
          </ac:spMkLst>
        </pc:spChg>
        <pc:spChg chg="mod">
          <ac:chgData name="Samuel Gnehm" userId="S::samuel.gnehm@student.ipso.ch::73e9bfde-7015-4c5c-82c1-a8c735bd2cca" providerId="AD" clId="Web-{FBBD3488-AF69-65A8-6AAD-D14F60B0C87D}" dt="2026-04-14T17:26:01.068" v="51" actId="20577"/>
          <ac:spMkLst>
            <pc:docMk/>
            <pc:sldMk cId="615482225" sldId="261"/>
            <ac:spMk id="3" creationId="{B6EF1648-D53F-D23A-05B3-ABD204F791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271176-EF5D-630C-E7D2-7AFFCF6DE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8132053-D75E-47A1-8922-365D96765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A2F918-F2AA-A12C-06A0-4C310B89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E7CA3-8658-4E85-A91A-9A86BDBDEBCA}" type="datetimeFigureOut">
              <a:rPr lang="de-CH" smtClean="0"/>
              <a:t>14.04.2026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5CA8B2-72AB-EEF6-3E9A-6C51BF72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0F676A-83B0-B15F-5F10-BAF0B3E2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D4DD-9F3B-47C7-8595-45CBB85E7C5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21281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04AF3-54DA-E3DE-3D0B-E4C96007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3C617B-D509-C78C-E9A1-D26535CDF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119DB9-71FA-5F09-C9EA-607D2AE3F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E7CA3-8658-4E85-A91A-9A86BDBDEBCA}" type="datetimeFigureOut">
              <a:rPr lang="de-CH" smtClean="0"/>
              <a:t>14.04.2026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8B888A-3BD5-39B2-AA73-4E893142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CDE8A4-BF42-8273-D21D-D7988CC0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D4DD-9F3B-47C7-8595-45CBB85E7C5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224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8C7F4C-1512-E242-7452-1CEB0FEE7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F876BE-2376-E723-E087-CB3313284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50904E-1D2A-5196-B084-BF08C1CDB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E7CA3-8658-4E85-A91A-9A86BDBDEBCA}" type="datetimeFigureOut">
              <a:rPr lang="de-CH" smtClean="0"/>
              <a:t>14.04.2026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CACB5E-496C-A0F6-1713-93227DADC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CCE9FB-9C91-4E75-AF05-FC26F89D8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D4DD-9F3B-47C7-8595-45CBB85E7C5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154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04EA95-46D3-7D7F-C207-480E8D9C9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9527CB-8CD2-AF0E-C005-A3388205C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412D190-F1AE-22D1-367F-55105B70B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22F42C-2FEB-0BFF-BAA1-297147F5C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E7CA3-8658-4E85-A91A-9A86BDBDEBCA}" type="datetimeFigureOut">
              <a:rPr lang="de-CH" smtClean="0"/>
              <a:t>14.04.2026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34614C-C4F6-75D1-84A7-226980D08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2D2B84-8C9B-ADE3-E9AA-4AF2612E8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D4DD-9F3B-47C7-8595-45CBB85E7C5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27645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6D0BC1-1DBB-E92C-5A29-59C6FE3F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671B27-FB3F-30F2-1FD6-8A8BEA452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4116F6F-B5ED-7C3B-9FB4-1BDD16338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4640107-797E-1BF0-DA26-5276E0BEC1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61D9773-FF08-7373-E851-D62F55942F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B4576AB-E127-B8B4-E92F-5423F6AC8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E7CA3-8658-4E85-A91A-9A86BDBDEBCA}" type="datetimeFigureOut">
              <a:rPr lang="de-CH" smtClean="0"/>
              <a:t>14.04.2026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930484E-DF6B-FFF7-6878-CCCCD203D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F2CB65F-0514-229F-1F77-BF33D5AB6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D4DD-9F3B-47C7-8595-45CBB85E7C5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86109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BE3956-295C-8509-E9E6-92AD1BF73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A8AF9AC-4CAD-AFFF-4935-6653A9B33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E7CA3-8658-4E85-A91A-9A86BDBDEBCA}" type="datetimeFigureOut">
              <a:rPr lang="de-CH" smtClean="0"/>
              <a:t>14.04.2026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75A0CE-5B2B-56FB-F139-715F966D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3DF7B5-4ED8-5F54-86BE-EFEAAC13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D4DD-9F3B-47C7-8595-45CBB85E7C5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2255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E855418-9440-2F8C-DC24-97188E262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E7CA3-8658-4E85-A91A-9A86BDBDEBCA}" type="datetimeFigureOut">
              <a:rPr lang="de-CH" smtClean="0"/>
              <a:t>14.04.2026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065FE8C-3B9E-B5A9-7BF4-14ECEB53C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294ADA-1D34-6E5B-4C9C-7DDA8758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D4DD-9F3B-47C7-8595-45CBB85E7C5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70061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DBD8E5-38EF-32DA-D64E-A5FF4163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DD9E24-6C7A-C3ED-CADE-A5FFC6D84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705B33-D2F1-22C3-D1B7-D107315BD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1E812D-E2F9-9392-0909-E037366F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E7CA3-8658-4E85-A91A-9A86BDBDEBCA}" type="datetimeFigureOut">
              <a:rPr lang="de-CH" smtClean="0"/>
              <a:t>14.04.2026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976D0B-EC04-1AF4-765B-2E6AFF07D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9DAFBF5-9D36-C380-CC47-42B284E1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D4DD-9F3B-47C7-8595-45CBB85E7C5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21223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EA0C31-5974-51E1-D5BA-EB0AF3D2C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A0301FA-91F5-E64E-5DE5-E987523EF0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A500CD-8375-07DF-9D11-BD0898C12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01740B-7EAC-3566-BAB8-B9F525E9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E7CA3-8658-4E85-A91A-9A86BDBDEBCA}" type="datetimeFigureOut">
              <a:rPr lang="de-CH" smtClean="0"/>
              <a:t>14.04.2026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D7C5F7-449F-4D8C-43B2-979DAC9E4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C84C33-A908-54D9-DB22-8C86E6266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D4DD-9F3B-47C7-8595-45CBB85E7C5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2815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6FEFE-2664-37DE-7477-A3166D9F8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13B7555-2F28-64DB-9DF4-4FC94BBB3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F1F340-0782-9905-96DE-A759B24F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E7CA3-8658-4E85-A91A-9A86BDBDEBCA}" type="datetimeFigureOut">
              <a:rPr lang="de-CH" smtClean="0"/>
              <a:t>14.04.2026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FB9407-8B29-8A74-6243-DDF06ACC1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5AFB03-1849-DAA1-7B48-C0B78D9C0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D4DD-9F3B-47C7-8595-45CBB85E7C5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3408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30A0885-AC2D-9D3C-1209-A61A766B4F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FAA3F11-8465-9921-0C39-30C8124C3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15F64E-F541-360F-BD78-D70F95A1D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E7CA3-8658-4E85-A91A-9A86BDBDEBCA}" type="datetimeFigureOut">
              <a:rPr lang="de-CH" smtClean="0"/>
              <a:t>14.04.2026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9B4C31-2EE7-7CAC-218E-82D511A0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4335E1-80AA-57E2-7256-32DF21C94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D4DD-9F3B-47C7-8595-45CBB85E7C5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5895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E9821FE-E1C7-0BEB-B381-6B8393822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D3967A-92CB-6FBA-037C-7614FB3D4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D85FCF-89F6-9F84-D229-F2A2373E6E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3E7CA3-8658-4E85-A91A-9A86BDBDEBCA}" type="datetimeFigureOut">
              <a:rPr lang="de-CH" smtClean="0"/>
              <a:t>14.04.2026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499CA8-E634-8126-AAB7-C2767589E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C6D175-025E-54C6-DFFA-5C9B64429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6D4DD-9F3B-47C7-8595-45CBB85E7C5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12192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0AD573-EF41-7AC0-35D5-B1B4A3613E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Risikoanalyse </a:t>
            </a:r>
            <a:r>
              <a:rPr lang="de-CH" err="1"/>
              <a:t>SwissData</a:t>
            </a:r>
            <a:r>
              <a:rPr lang="de-CH"/>
              <a:t> AG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5811CF-8DDB-2B5B-0922-4FA186DFD7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CH"/>
              <a:t>Gruppe 3 – Cristian, Fabio, </a:t>
            </a:r>
            <a:r>
              <a:rPr lang="de-CH" err="1"/>
              <a:t>Rafiz</a:t>
            </a:r>
            <a:r>
              <a:rPr lang="de-CH"/>
              <a:t> &amp; Samuel</a:t>
            </a:r>
          </a:p>
        </p:txBody>
      </p:sp>
    </p:spTree>
    <p:extLst>
      <p:ext uri="{BB962C8B-B14F-4D97-AF65-F5344CB8AC3E}">
        <p14:creationId xmlns:p14="http://schemas.microsoft.com/office/powerpoint/2010/main" val="3647120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B1EA7B-DA9D-F303-45AB-44787FAD4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Inhalt 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161F32-4672-432C-9BFB-11D6FCA2C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Technische Risiken</a:t>
            </a:r>
          </a:p>
          <a:p>
            <a:r>
              <a:rPr lang="de-DE"/>
              <a:t>Menschliche Risiken</a:t>
            </a:r>
          </a:p>
          <a:p>
            <a:r>
              <a:rPr lang="de-DE"/>
              <a:t>Organisatorische Risiken</a:t>
            </a:r>
          </a:p>
          <a:p>
            <a:r>
              <a:rPr lang="de-DE"/>
              <a:t>Externe Risiken</a:t>
            </a:r>
          </a:p>
        </p:txBody>
      </p:sp>
    </p:spTree>
    <p:extLst>
      <p:ext uri="{BB962C8B-B14F-4D97-AF65-F5344CB8AC3E}">
        <p14:creationId xmlns:p14="http://schemas.microsoft.com/office/powerpoint/2010/main" val="2621863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8E14A3-B57F-16FC-C8A6-B93131C79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Technische Risiken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4802CA-38F7-0B80-9405-0A5DBEA7A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de-DE" b="1"/>
              <a:t>Risiken</a:t>
            </a:r>
            <a:endParaRPr lang="de-DE" sz="3200">
              <a:latin typeface="Arial"/>
              <a:cs typeface="Arial"/>
            </a:endParaRPr>
          </a:p>
          <a:p>
            <a:r>
              <a:rPr lang="de-DE" sz="3200">
                <a:latin typeface="Calibri"/>
                <a:ea typeface="Calibri"/>
                <a:cs typeface="Calibri"/>
              </a:rPr>
              <a:t>Backup-Jobs fehlschlagen (z.B. Storage/Netzwerk) 		-&gt; Mittel</a:t>
            </a:r>
            <a:endParaRPr lang="de-DE"/>
          </a:p>
          <a:p>
            <a:r>
              <a:rPr lang="de-DE" sz="3200">
                <a:latin typeface="Calibri"/>
                <a:ea typeface="Calibri"/>
                <a:cs typeface="Calibri"/>
              </a:rPr>
              <a:t>Fehlende Monitoring/Alerts 					-&gt; Hoch</a:t>
            </a:r>
            <a:endParaRPr lang="de-DE"/>
          </a:p>
          <a:p>
            <a:r>
              <a:rPr lang="de-DE" sz="3200">
                <a:latin typeface="Calibri"/>
                <a:ea typeface="Calibri"/>
                <a:cs typeface="Calibri"/>
              </a:rPr>
              <a:t>Defekte oder inkonsistente Backups				-&gt; Mittel</a:t>
            </a:r>
            <a:endParaRPr lang="de-DE"/>
          </a:p>
          <a:p>
            <a:r>
              <a:rPr lang="de-DE" sz="3200">
                <a:latin typeface="Calibri"/>
                <a:ea typeface="Calibri"/>
                <a:cs typeface="Calibri"/>
              </a:rPr>
              <a:t>Ransomware / Malware im Backup				-&gt; Sehr hoch</a:t>
            </a:r>
            <a:endParaRPr lang="de-DE"/>
          </a:p>
          <a:p>
            <a:pPr>
              <a:buNone/>
            </a:pPr>
            <a:endParaRPr lang="de-DE"/>
          </a:p>
          <a:p>
            <a:pPr>
              <a:buNone/>
            </a:pPr>
            <a:r>
              <a:rPr lang="de-DE" sz="3200" b="1" err="1">
                <a:latin typeface="Calibri"/>
                <a:ea typeface="Calibri"/>
                <a:cs typeface="Calibri"/>
              </a:rPr>
              <a:t>Massnahmen</a:t>
            </a:r>
            <a:endParaRPr lang="de-DE" sz="3200" b="1">
              <a:latin typeface="Calibri"/>
              <a:ea typeface="Calibri"/>
              <a:cs typeface="Calibri"/>
            </a:endParaRPr>
          </a:p>
          <a:p>
            <a:r>
              <a:rPr lang="de-DE" sz="3200">
                <a:latin typeface="Calibri"/>
                <a:ea typeface="Calibri"/>
                <a:cs typeface="Calibri"/>
              </a:rPr>
              <a:t>Monitoring &amp; </a:t>
            </a:r>
            <a:r>
              <a:rPr lang="de-DE" sz="3200" err="1">
                <a:latin typeface="Calibri"/>
                <a:ea typeface="Calibri"/>
                <a:cs typeface="Calibri"/>
              </a:rPr>
              <a:t>Alerting</a:t>
            </a:r>
            <a:r>
              <a:rPr lang="de-DE" sz="3200">
                <a:latin typeface="Calibri"/>
                <a:ea typeface="Calibri"/>
                <a:cs typeface="Calibri"/>
              </a:rPr>
              <a:t> (z.B. Job-Status, Logs)</a:t>
            </a:r>
            <a:endParaRPr lang="de-DE"/>
          </a:p>
          <a:p>
            <a:r>
              <a:rPr lang="de-DE" sz="3200" err="1">
                <a:latin typeface="Calibri"/>
                <a:ea typeface="Calibri"/>
                <a:cs typeface="Calibri"/>
              </a:rPr>
              <a:t>Regelmässige</a:t>
            </a:r>
            <a:r>
              <a:rPr lang="de-DE" sz="3200">
                <a:latin typeface="Calibri"/>
                <a:ea typeface="Calibri"/>
                <a:cs typeface="Calibri"/>
              </a:rPr>
              <a:t> Restore-Tests</a:t>
            </a:r>
          </a:p>
          <a:p>
            <a:r>
              <a:rPr lang="de-DE" sz="3200">
                <a:latin typeface="Calibri"/>
                <a:ea typeface="Calibri"/>
                <a:cs typeface="Calibri"/>
              </a:rPr>
              <a:t>Patchmanagement &amp; Systemupdates</a:t>
            </a:r>
          </a:p>
          <a:p>
            <a:pPr>
              <a:buNone/>
            </a:pPr>
            <a:endParaRPr lang="de-DE" sz="3200">
              <a:latin typeface="Calibri"/>
              <a:ea typeface="Calibri"/>
              <a:cs typeface="Calibri"/>
            </a:endParaRPr>
          </a:p>
          <a:p>
            <a:pPr>
              <a:buNone/>
            </a:pPr>
            <a:endParaRPr lang="de-DE" sz="3200">
              <a:latin typeface="Calibri"/>
              <a:ea typeface="Calibri"/>
              <a:cs typeface="Calibri"/>
            </a:endParaRPr>
          </a:p>
          <a:p>
            <a:pPr>
              <a:buNone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3602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9FEC2-A7B7-7467-8738-1B486335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Menschliche Risiken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5F0FB1-6AEE-6407-DD0C-CBCDB0E52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de-DE" b="1">
                <a:ea typeface="+mn-lt"/>
                <a:cs typeface="+mn-lt"/>
              </a:rPr>
              <a:t>Risiken</a:t>
            </a:r>
            <a:endParaRPr lang="de-DE"/>
          </a:p>
          <a:p>
            <a:r>
              <a:rPr lang="de-DE">
                <a:ea typeface="+mn-lt"/>
                <a:cs typeface="+mn-lt"/>
              </a:rPr>
              <a:t>Fehlbedienung durch Admins (falsche Löschung/Jobs) -&gt; Sehr hoch</a:t>
            </a:r>
            <a:endParaRPr lang="de-DE"/>
          </a:p>
          <a:p>
            <a:r>
              <a:rPr lang="de-DE">
                <a:ea typeface="+mn-lt"/>
                <a:cs typeface="+mn-lt"/>
              </a:rPr>
              <a:t>Unzureichendes Know-how im Backup-System    -&gt; Mittel</a:t>
            </a:r>
            <a:endParaRPr lang="de-DE"/>
          </a:p>
          <a:p>
            <a:r>
              <a:rPr lang="de-DE" err="1">
                <a:ea typeface="+mn-lt"/>
                <a:cs typeface="+mn-lt"/>
              </a:rPr>
              <a:t>Social</a:t>
            </a:r>
            <a:r>
              <a:rPr lang="de-DE">
                <a:ea typeface="+mn-lt"/>
                <a:cs typeface="+mn-lt"/>
              </a:rPr>
              <a:t> Engineering (Zugriff auf Backup-System)    -&gt; Sehr hoch</a:t>
            </a:r>
            <a:endParaRPr lang="de-DE"/>
          </a:p>
          <a:p>
            <a:pPr marL="0" indent="0">
              <a:buNone/>
            </a:pPr>
            <a:endParaRPr lang="de-DE" b="1"/>
          </a:p>
          <a:p>
            <a:pPr marL="0" indent="0">
              <a:buNone/>
            </a:pPr>
            <a:r>
              <a:rPr lang="de-DE" b="1" err="1">
                <a:ea typeface="+mn-lt"/>
                <a:cs typeface="+mn-lt"/>
              </a:rPr>
              <a:t>Massnahmen</a:t>
            </a:r>
            <a:endParaRPr lang="de-DE" b="1"/>
          </a:p>
          <a:p>
            <a:r>
              <a:rPr lang="de-DE">
                <a:ea typeface="+mn-lt"/>
                <a:cs typeface="+mn-lt"/>
              </a:rPr>
              <a:t>Schulungen für IT-Mitarbeitende </a:t>
            </a:r>
            <a:endParaRPr lang="de-DE"/>
          </a:p>
          <a:p>
            <a:r>
              <a:rPr lang="de-DE">
                <a:ea typeface="+mn-lt"/>
                <a:cs typeface="+mn-lt"/>
              </a:rPr>
              <a:t>Vier-Augen-Prinzip bei kritischen Änderungen </a:t>
            </a:r>
            <a:endParaRPr lang="de-DE"/>
          </a:p>
          <a:p>
            <a:r>
              <a:rPr lang="de-DE">
                <a:ea typeface="+mn-lt"/>
                <a:cs typeface="+mn-lt"/>
              </a:rPr>
              <a:t>MFA für Backup-Systeme </a:t>
            </a:r>
            <a:endParaRPr lang="de-DE"/>
          </a:p>
          <a:p>
            <a:r>
              <a:rPr lang="de-DE">
                <a:ea typeface="+mn-lt"/>
                <a:cs typeface="+mn-lt"/>
              </a:rPr>
              <a:t>Klare Dokumentation &amp; </a:t>
            </a:r>
            <a:r>
              <a:rPr lang="de-DE" err="1">
                <a:ea typeface="+mn-lt"/>
                <a:cs typeface="+mn-lt"/>
              </a:rPr>
              <a:t>Runbooks</a:t>
            </a:r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69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209464-707D-0B9E-5D4A-5B9B89712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/>
              <a:t>Organisatorische Risiken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D4DA69-3F7B-5224-2A9D-58E3EC538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de-CH" b="1" noProof="0"/>
              <a:t>Risiken</a:t>
            </a:r>
            <a:endParaRPr lang="de-CH" noProof="0"/>
          </a:p>
          <a:p>
            <a:r>
              <a:rPr lang="de-CH" noProof="0"/>
              <a:t>Keine klaren Verantwortlichkeiten				-&gt; Hoch</a:t>
            </a:r>
          </a:p>
          <a:p>
            <a:r>
              <a:rPr lang="de-CH" noProof="0"/>
              <a:t>Fehlende Backup-Strategie					-&gt; Hoch</a:t>
            </a:r>
          </a:p>
          <a:p>
            <a:r>
              <a:rPr lang="de-CH" noProof="0"/>
              <a:t>Keine definierten Recovery-Zeiten (RTO/RPO)		-&gt; Hoch</a:t>
            </a:r>
          </a:p>
          <a:p>
            <a:r>
              <a:rPr lang="de-CH" noProof="0"/>
              <a:t>Unklare Prozesse bei Störungen				-&gt; Mittel</a:t>
            </a:r>
          </a:p>
          <a:p>
            <a:pPr marL="0" indent="0">
              <a:buNone/>
            </a:pPr>
            <a:r>
              <a:rPr lang="de-CH" b="1" noProof="0"/>
              <a:t>Massnahmen</a:t>
            </a:r>
            <a:endParaRPr lang="de-CH" noProof="0"/>
          </a:p>
          <a:p>
            <a:r>
              <a:rPr lang="de-CH" noProof="0"/>
              <a:t>Definierte Backup-Policy (inkl. RTO/RPO)</a:t>
            </a:r>
          </a:p>
          <a:p>
            <a:r>
              <a:rPr lang="de-CH" noProof="0"/>
              <a:t>Klare Rollen &amp; Verantwortlichkeiten festlegen</a:t>
            </a:r>
          </a:p>
          <a:p>
            <a:r>
              <a:rPr lang="de-CH" noProof="0"/>
              <a:t>Notfallkonzept (</a:t>
            </a:r>
            <a:r>
              <a:rPr lang="de-CH" noProof="0" err="1"/>
              <a:t>Disaster</a:t>
            </a:r>
            <a:r>
              <a:rPr lang="de-CH" noProof="0"/>
              <a:t> Recovery Plan)</a:t>
            </a:r>
          </a:p>
          <a:p>
            <a:r>
              <a:rPr lang="de-CH" noProof="0"/>
              <a:t>Regelmässige Audits &amp; Reviews</a:t>
            </a:r>
          </a:p>
          <a:p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877528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BE11-79B3-FF8B-984C-964D984D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Externe </a:t>
            </a:r>
            <a:r>
              <a:rPr lang="en-US" err="1"/>
              <a:t>Risiken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F1648-D53F-D23A-05B3-ABD204F79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err="1">
                <a:ea typeface="+mn-lt"/>
                <a:cs typeface="+mn-lt"/>
              </a:rPr>
              <a:t>Risiken</a:t>
            </a:r>
            <a:endParaRPr lang="en-US" b="1"/>
          </a:p>
          <a:p>
            <a:pPr marL="457200" indent="-457200"/>
            <a:r>
              <a:rPr lang="en-US" err="1">
                <a:ea typeface="+mn-lt"/>
                <a:cs typeface="+mn-lt"/>
              </a:rPr>
              <a:t>Stromausfall</a:t>
            </a:r>
            <a:r>
              <a:rPr lang="en-US">
                <a:ea typeface="+mn-lt"/>
                <a:cs typeface="+mn-lt"/>
              </a:rPr>
              <a:t> / Rechenzentrum-</a:t>
            </a:r>
            <a:r>
              <a:rPr lang="en-US" err="1">
                <a:ea typeface="+mn-lt"/>
                <a:cs typeface="+mn-lt"/>
              </a:rPr>
              <a:t>Ausfall</a:t>
            </a:r>
            <a:r>
              <a:rPr lang="en-US">
                <a:ea typeface="+mn-lt"/>
                <a:cs typeface="+mn-lt"/>
              </a:rPr>
              <a:t>			-&gt; Mittel</a:t>
            </a:r>
            <a:endParaRPr lang="en-US"/>
          </a:p>
          <a:p>
            <a:pPr marL="457200" indent="-457200"/>
            <a:r>
              <a:rPr lang="en-US" err="1">
                <a:ea typeface="+mn-lt"/>
                <a:cs typeface="+mn-lt"/>
              </a:rPr>
              <a:t>Cyberangriffe</a:t>
            </a:r>
            <a:r>
              <a:rPr lang="en-US">
                <a:ea typeface="+mn-lt"/>
                <a:cs typeface="+mn-lt"/>
              </a:rPr>
              <a:t> von </a:t>
            </a:r>
            <a:r>
              <a:rPr lang="en-US" err="1">
                <a:ea typeface="+mn-lt"/>
                <a:cs typeface="+mn-lt"/>
              </a:rPr>
              <a:t>aussen</a:t>
            </a:r>
            <a:r>
              <a:rPr lang="en-US">
                <a:ea typeface="+mn-lt"/>
                <a:cs typeface="+mn-lt"/>
              </a:rPr>
              <a:t>					-&gt; Hoch</a:t>
            </a:r>
            <a:endParaRPr lang="en-US"/>
          </a:p>
          <a:p>
            <a:pPr marL="457200" indent="-457200"/>
            <a:r>
              <a:rPr lang="en-US" err="1">
                <a:ea typeface="+mn-lt"/>
                <a:cs typeface="+mn-lt"/>
              </a:rPr>
              <a:t>Abhängigkeit</a:t>
            </a:r>
            <a:r>
              <a:rPr lang="en-US">
                <a:ea typeface="+mn-lt"/>
                <a:cs typeface="+mn-lt"/>
              </a:rPr>
              <a:t> von Cloud-/Backup-</a:t>
            </a:r>
            <a:r>
              <a:rPr lang="en-US" err="1">
                <a:ea typeface="+mn-lt"/>
                <a:cs typeface="+mn-lt"/>
              </a:rPr>
              <a:t>Providern</a:t>
            </a:r>
            <a:r>
              <a:rPr lang="en-US">
                <a:ea typeface="+mn-lt"/>
                <a:cs typeface="+mn-lt"/>
              </a:rPr>
              <a:t>		-&gt; Niedrig</a:t>
            </a:r>
            <a:endParaRPr lang="en-US"/>
          </a:p>
          <a:p>
            <a:pPr marL="457200" indent="-457200"/>
            <a:r>
              <a:rPr lang="en-US" err="1">
                <a:ea typeface="+mn-lt"/>
                <a:cs typeface="+mn-lt"/>
              </a:rPr>
              <a:t>Naturkatastrophen</a:t>
            </a:r>
            <a:r>
              <a:rPr lang="en-US">
                <a:ea typeface="+mn-lt"/>
                <a:cs typeface="+mn-lt"/>
              </a:rPr>
              <a:t>						-&gt; </a:t>
            </a:r>
            <a:r>
              <a:rPr lang="en-US" err="1">
                <a:ea typeface="+mn-lt"/>
                <a:cs typeface="+mn-lt"/>
              </a:rPr>
              <a:t>Niedrig</a:t>
            </a:r>
            <a:endParaRPr lang="en-US"/>
          </a:p>
          <a:p>
            <a:pPr marL="0" indent="0">
              <a:buNone/>
            </a:pPr>
            <a:r>
              <a:rPr lang="en-US" b="1" err="1">
                <a:ea typeface="+mn-lt"/>
                <a:cs typeface="+mn-lt"/>
              </a:rPr>
              <a:t>Massnahmen</a:t>
            </a:r>
            <a:endParaRPr lang="en-US" b="1"/>
          </a:p>
          <a:p>
            <a:pPr marL="457200" indent="-457200"/>
            <a:r>
              <a:rPr lang="en-US" err="1">
                <a:ea typeface="+mn-lt"/>
                <a:cs typeface="+mn-lt"/>
              </a:rPr>
              <a:t>Georedundante</a:t>
            </a:r>
            <a:r>
              <a:rPr lang="en-US">
                <a:ea typeface="+mn-lt"/>
                <a:cs typeface="+mn-lt"/>
              </a:rPr>
              <a:t> Backups (</a:t>
            </a:r>
            <a:r>
              <a:rPr lang="en-US" err="1">
                <a:ea typeface="+mn-lt"/>
                <a:cs typeface="+mn-lt"/>
              </a:rPr>
              <a:t>anderer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Standort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pPr marL="457200" indent="-457200"/>
            <a:r>
              <a:rPr lang="en-US">
                <a:ea typeface="+mn-lt"/>
                <a:cs typeface="+mn-lt"/>
              </a:rPr>
              <a:t>SLA-</a:t>
            </a:r>
            <a:r>
              <a:rPr lang="en-US" err="1">
                <a:ea typeface="+mn-lt"/>
                <a:cs typeface="+mn-lt"/>
              </a:rPr>
              <a:t>Verträge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Providern</a:t>
            </a:r>
            <a:endParaRPr lang="en-US"/>
          </a:p>
          <a:p>
            <a:pPr marL="457200" indent="-457200"/>
            <a:r>
              <a:rPr lang="en-US" err="1">
                <a:ea typeface="+mn-lt"/>
                <a:cs typeface="+mn-lt"/>
              </a:rPr>
              <a:t>Notfallstandort</a:t>
            </a:r>
            <a:r>
              <a:rPr lang="en-US">
                <a:ea typeface="+mn-lt"/>
                <a:cs typeface="+mn-lt"/>
              </a:rPr>
              <a:t> / Failover-System</a:t>
            </a:r>
            <a:endParaRPr lang="en-US"/>
          </a:p>
          <a:p>
            <a:pPr marL="457200" indent="-457200"/>
            <a:r>
              <a:rPr lang="en-US" err="1">
                <a:ea typeface="+mn-lt"/>
                <a:cs typeface="+mn-lt"/>
              </a:rPr>
              <a:t>Netzwerk</a:t>
            </a:r>
            <a:r>
              <a:rPr lang="en-US">
                <a:ea typeface="+mn-lt"/>
                <a:cs typeface="+mn-lt"/>
              </a:rPr>
              <a:t>-Security (Firewall, IDS/IPS)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82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6E3652E1573844CB4FCB752CBF0823E" ma:contentTypeVersion="3" ma:contentTypeDescription="Ein neues Dokument erstellen." ma:contentTypeScope="" ma:versionID="ffe26a30e717f9ac89f7503a5ce829b9">
  <xsd:schema xmlns:xsd="http://www.w3.org/2001/XMLSchema" xmlns:xs="http://www.w3.org/2001/XMLSchema" xmlns:p="http://schemas.microsoft.com/office/2006/metadata/properties" xmlns:ns2="1b9ad53d-3cfc-427d-b0ff-55a3ef62b324" targetNamespace="http://schemas.microsoft.com/office/2006/metadata/properties" ma:root="true" ma:fieldsID="be0590efa2c9332663a3da8c8ee77244" ns2:_="">
    <xsd:import namespace="1b9ad53d-3cfc-427d-b0ff-55a3ef62b3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9ad53d-3cfc-427d-b0ff-55a3ef62b3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B1A1C42-3A36-4807-BCD5-8004FFE59A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2DB08A-6AA2-4604-A666-9B7572FD1DEB}">
  <ds:schemaRefs>
    <ds:schemaRef ds:uri="1b9ad53d-3cfc-427d-b0ff-55a3ef62b32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B8D64A1-CF06-4921-82DB-1D5D454E06EB}">
  <ds:schemaRefs>
    <ds:schemaRef ds:uri="1b9ad53d-3cfc-427d-b0ff-55a3ef62b32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</vt:lpstr>
      <vt:lpstr>Risikoanalyse SwissData AG</vt:lpstr>
      <vt:lpstr>Inhalt </vt:lpstr>
      <vt:lpstr>Technische Risiken</vt:lpstr>
      <vt:lpstr>Menschliche Risiken</vt:lpstr>
      <vt:lpstr>Organisatorische Risiken</vt:lpstr>
      <vt:lpstr>Externe Risiken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Gnehm</dc:creator>
  <cp:revision>1</cp:revision>
  <dcterms:created xsi:type="dcterms:W3CDTF">2026-04-14T17:16:51Z</dcterms:created>
  <dcterms:modified xsi:type="dcterms:W3CDTF">2026-04-14T17:59:15Z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0x01010016E3652E1573844CB4FCB752CBF0823E</vt:lpwstr>
  </property>
</Properties>
</file>